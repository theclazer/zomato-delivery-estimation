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Zomato Delivery Time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D4BF"/>
                </a:solidFill>
              </a:defRPr>
            </a:pPr>
            <a:r>
              <a:t>A 10-hour ML sprint  ·  DataVerse 2026  ·  BMSCE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Team [NAME]   ·   P1 [n]    P2 [n]    P3 [n]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github.com/TheClazer/Zomato-delivery-estimation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EDA submission — 14:00 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we're predicting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 Goal: predict Time_taken (min) for each delivery — given order, rider, restaurant, and conditions.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 Metric: Mean Absolute Error (MAE). Lower is better.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 Stakes: accurate ETAs drive customer trust and let Zomato balance courier load in real time.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 Baseline target: ≤4 min MAE; we are at 3.05 ± 0.02 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data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858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45,153 rows × 21 columns (after coord + target filter)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Target range: 10–54 min  ·  median 26  ·  mean 26.3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Top missing: Delivery_person_Ratings 3.7%  ·  Delivery_person_Age 3.6%  ·  Time_Orderd 3.2%</a:t>
            </a:r>
          </a:p>
        </p:txBody>
      </p:sp>
      <p:pic>
        <p:nvPicPr>
          <p:cNvPr id="6" name="Picture 5" descr="fig01_targe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463040"/>
            <a:ext cx="4206240" cy="2531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fig01 — Target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we cleaned the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7315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Stripped 'conditions ' prefix from weather, normalized 'NaN' strings → real NaN.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Coerced numerics; parsed Order_Date with dayfirst=True.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Capped impossible rider ratings (&gt;5) → NaN.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Dropped rows with zero-island coordinates (lat/lon both ≈0).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Engineered haversine distance with &gt;30 km physical cap (NaN, no row loss).</a:t>
            </a:r>
          </a:p>
        </p:txBody>
      </p:sp>
      <p:pic>
        <p:nvPicPr>
          <p:cNvPr id="6" name="Picture 5" descr="fig02_missing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4023360" cy="21098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fig02 — Missingness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Distance is a clean primary signal</a:t>
            </a:r>
          </a:p>
        </p:txBody>
      </p:sp>
      <p:pic>
        <p:nvPicPr>
          <p:cNvPr id="5" name="Picture 4" descr="fig05_dist_v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400800" cy="4578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46304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Spearman ρ = 0.33 between haversine distance and delivery time.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Slope is positive and stable across folds.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BUT — SHAP later shows distance is dominated by traffic; a finding the raw scatter hides.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fig05 — distance vs time, regression 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Traffic and weather compound the delay</a:t>
            </a:r>
          </a:p>
        </p:txBody>
      </p:sp>
      <p:pic>
        <p:nvPicPr>
          <p:cNvPr id="5" name="Picture 4" descr="fig06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669280" cy="3489166"/>
          </a:xfrm>
          <a:prstGeom prst="rect">
            <a:avLst/>
          </a:prstGeom>
        </p:spPr>
      </p:pic>
      <p:pic>
        <p:nvPicPr>
          <p:cNvPr id="6" name="Picture 5" descr="fig07_w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669280" cy="3346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Traffic: groups differ — ANOVA F=3390.2, p=0.00e+00.  Median grows Low → Jam.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 Weather: bad (Stormy/Fog/Sandstorm) &gt; Sunny by ≈ 6.0 min median (p=0.00e+00).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smaller but real signals</a:t>
            </a:r>
          </a:p>
        </p:txBody>
      </p:sp>
      <p:pic>
        <p:nvPicPr>
          <p:cNvPr id="5" name="Picture 4" descr="fig08_multi_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852160" cy="360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Multi-deliveries ↔ time: Spearman ρ = 0.34; each extra drop adds minutes.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Festival days are ~19.5 min slower on average  (Welch t, p=0.00e+00).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 Rider age has weak marginal effect once distance + rating are controlled.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signal the raw data hides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7315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SHAP on the tuned LGBM ranks Road_traffic_density above distance.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Distance is a strong univariate predictor (ρ≈0.32), but conditional on traffic the marginal effect shrinks.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Operationally: an ETA model that ignores live traffic over-promises in Jam conditions and under-promises in Low.</a:t>
            </a:r>
          </a:p>
        </p:txBody>
      </p:sp>
      <p:pic>
        <p:nvPicPr>
          <p:cNvPr id="6" name="Picture 5" descr="fig11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572000" cy="52150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fig11 — SHAP feature importance on tuned LGBM v1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Features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distance_km — haversine of pickup ↔ drop  (capped at 30 km)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prep_time_min — picked − ordered (midnight-safe)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order_hour, is_peak_lunch, is_peak_dinner, is_late_night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is_weekend, day_of_week, month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13 numeric + 6 categorical passed natively to LightGBM (no one-hot).</a:t>
            </a:r>
          </a:p>
        </p:txBody>
      </p:sp>
      <p:pic>
        <p:nvPicPr>
          <p:cNvPr id="6" name="Picture 5" descr="fig09_hypothes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486400" cy="18206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fig09 — 5 hypothesis tests, all significant at p&lt;0.05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we'd do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Real-time traffic API as a feature (we already know it's the strongest signal).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Restaurant prep-time history: rolling mean per restaurant_id.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Quantile regression for ETA intervals, not just point predictions.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Stack the existing blend: LGBM (3.05) + CatBoost (3.09) → blend 3.04.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github.com/TheClazer/Zomato-delivery-estimation  ·  EDA deck for 14:00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