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Zomato Delivery 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DD4BF"/>
                </a:solidFill>
              </a:defRPr>
            </a:pPr>
            <a:r>
              <a:t>10-hour sprint  ·  LightGBM + CatBoost blend  ·  MAE 3.04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Team [NAME]   ·   P1 [n]    P2 [n]    P3 [n]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github.com/TheClazer/Zomato-delivery-estimation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t>Final commit: [HASH] — tag: 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Predict Time_taken (min) for each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 Tabular regression: order + rider + restaurant + conditions → minutes.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 Metric: Mean Absolute Error (lower is better).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 Naïve baseline (predict the mean): MAE ≈ 7.6 min  →  we land at 3.04.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raw CSV  →  clean (src/data.py)  →  features (src/features.py)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→  KFold(5, seed=42) CV  →  LightGBM Optuna tune (60 trials, 5-min cap)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→  + CatBoost run on same split  →  weighted blend  →  freeze final.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Reproducibility: every seed = 42, every train.parquet, model file, OOF saved.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our EDA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 Distance ρ = 0.33 — clean primary signal.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 Traffic dominates: ANOVA F=3390.2, Low→Jam adds many minutes; verified significant at p=0.00e+00.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 Bad weather adds ≈ 6.0 min vs Sunny; festival days ≈ +19.5 min.</a:t>
            </a:r>
          </a:p>
        </p:txBody>
      </p:sp>
      <p:pic>
        <p:nvPicPr>
          <p:cNvPr id="6" name="Picture 5" descr="fig05_dist_vs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0"/>
            <a:ext cx="3749039" cy="2681604"/>
          </a:xfrm>
          <a:prstGeom prst="rect">
            <a:avLst/>
          </a:prstGeom>
        </p:spPr>
      </p:pic>
      <p:pic>
        <p:nvPicPr>
          <p:cNvPr id="7" name="Picture 6" descr="fig06_traff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840480"/>
            <a:ext cx="3749039" cy="2307351"/>
          </a:xfrm>
          <a:prstGeom prst="rect">
            <a:avLst/>
          </a:prstGeom>
        </p:spPr>
      </p:pic>
      <p:pic>
        <p:nvPicPr>
          <p:cNvPr id="8" name="Picture 7" descr="fig07_weath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3840480"/>
            <a:ext cx="3474720" cy="20508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Model and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6858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LightGBM with native categorical handling (no one-hot bloat).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Optuna 60-trial TPE search; 3-fold inner CV; final 5-fold KFold seed=42.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Tuned LGBM MAE = 3.053 ± 0.018  (per-fold [3.03, 3.07, 3.04, 3.08, 3.05]).</a:t>
            </a:r>
          </a:p>
        </p:txBody>
      </p:sp>
      <p:pic>
        <p:nvPicPr>
          <p:cNvPr id="6" name="Picture 5" descr="fig11_shap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463040"/>
            <a:ext cx="4937760" cy="56322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4A3B8"/>
                </a:solidFill>
              </a:defRPr>
            </a:pPr>
            <a:r>
              <a:t>Feature importance — SHAP bar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Post-pivot features (15:00 drop)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[Awaiting 15:00 pivot data drop]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Pipeline ready in notebooks/_run_pivot.py — auto-detects join key, builds 3 features, retrains.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Replace this slide once delta.json exists.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delta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 [Awaiting v2 results]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 Will be filled by `python notebooks/_run_pivot.py` and a v2 bar chart.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Stability and interpretability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5-fold MAE std = 0.018  (≈1% of mean — model is stable).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Top SHAP features: Road_traffic_density, Delivery_person_Age, Delivery_person_Ratings, distance_km, Vehicle_condition.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No target leakage: prep_time is computed from order/pickup times only.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 Blend (0.55 LGBM + 0.45 CatBoost) further improves to 3.043 (-0.010).</a:t>
            </a:r>
          </a:p>
        </p:txBody>
      </p:sp>
      <p:pic>
        <p:nvPicPr>
          <p:cNvPr id="6" name="Picture 5" descr="fig10_shap_bee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3840480"/>
            <a:ext cx="5029200" cy="58147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Limitations and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No real-time traffic API; weather is categorical only.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Coordinate noise contributes residual MAE — 431 rows had &gt;30 km haversine (capped, not dropped).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Next: quantile regression for ETA intervals + live traffic feed.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•  Stacked ensemble (LGBM + CatBoost + linear meta-learner) on the existing OOF preds — code path already saved.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Repo: github.com/TheClazer/Zomato-delivery-estimation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Tag: final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Q&amp;A — distance, traffic, blend, pivot, anything.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DataVerse 2026  ·  BMSCE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